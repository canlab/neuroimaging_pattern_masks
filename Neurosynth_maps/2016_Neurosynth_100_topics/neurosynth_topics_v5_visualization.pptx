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20" d="100"/>
          <a:sy n="120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B3546-935C-E87D-8845-F47D0D7F6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847C8-1CCC-9D1B-F894-BCF09E174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ED7E6-4B25-142A-F449-4DF9B0F7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30869-D295-7BFA-47B3-D2152690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C8A5D-5E5D-79C9-F2AB-DE7389E26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284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D4254-4D77-C3AB-4DFC-80673725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38A6A-256B-25E5-E513-7005B3BF3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0C402-2759-80FC-2454-490E4DC82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DCCC5-05DB-41AA-4D14-AEE133E00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7F51-C29B-25AE-6960-8E92A3AA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5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F12B-F4C3-57C7-B30F-C2D918CB4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DAC9A-B34B-9116-5A45-AF0EDF8B2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9D090-97A6-4B95-A89B-CDEDE2EB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9BE94-F0E7-6FC5-3B4E-428D66C8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C4447-3161-26B1-8033-3794591EC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0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0E5E-9FD1-1D54-21C8-FC64A2C4F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83045-6E27-0DA4-3609-C49355448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FFDAA-2F5F-2D1F-7D29-1FE267FB7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08468-E58D-D682-E003-EAD52A824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0F6C7-9770-B1F1-1551-7B59DB37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80579-807B-DDEE-A24D-D92D3EFC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2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36A43-F392-C2D0-83A6-C301AA524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AE8ED-C16E-DB6E-8B77-E2F01107A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9EE-4691-CD42-9FB7-78753A557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F55EC8-EC2B-F438-FBD4-ED118C0C3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6DE66-9018-89CD-6CED-D127AAB20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2D755B-74D1-B04F-7AE0-0EC84C74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8B3F1D-02D0-3D69-3840-9A74C292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7BF450-43E8-534C-EE13-806E4DAE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00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E6DA-057A-A0E1-C62D-85E473A2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B07E5-854B-B787-E815-43C348F6F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0C89B-8688-24EE-4619-90AAD84B2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21A80-5566-E08C-61C0-100087BB7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3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66F4D7-FB7A-E8FB-6B8C-0B49A0DA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732F0-39CA-8BDD-E299-59E368C8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2522F-D7BC-3748-9D7B-6E4DC3C4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22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E8005-641D-929A-262B-2FA38398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8B9DB-2B7A-589D-FCBF-C37E4C3D7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EAD7C-7DE0-4746-CE3D-BB4FB1ABB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18119-AD51-6431-E938-B56D5817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C6723-6B47-8308-C2D2-2DBD6DED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C01CA-9F43-B2B7-FE13-72B6505D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0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179AF-F392-51DB-557C-624BEF65D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0B4DC-6D5C-20CB-E2EC-64C742084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2B1CA-4FCF-1C5B-73C8-D0FA13D24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52E75-42EB-10E9-8712-7FDF2884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C8685-438E-6D18-EED0-E90968C0C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A1F76-24A8-B91F-1AE1-F1250BEE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5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B08A-8628-4727-86D4-1DD4C17D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1804C-7D43-5753-1CDE-14515B816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F0022-7D95-0C80-6AE1-ED102DEC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39C30-9A2D-49C1-B20E-7D99C07E0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99677-EFAA-1AB2-B5F0-BCE6608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1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26DEF0-8F95-BB49-5637-1FD90F669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E08A7-8B0F-E7AB-D3B4-882101466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E0E60-493C-17D8-47C6-0A3EF573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507CF-CC1C-59FA-4454-36E762730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3E39D-348A-6E71-236D-580654E0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9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59644-068C-36E3-60E5-283DA35FB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9B113-05FD-D857-C45A-491E16AA5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08592-0EC1-73DA-2DC6-5D67A4F67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AC41D-A5FF-1C47-97C6-4C33F7EEEBE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6A475-1F99-D567-B341-FD7338B4C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37A19-79A6-CB9D-8312-A1B61BBC7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59A1A-F79A-C547-94CA-0A1B812E4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9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123D-A5C1-7BDA-D46A-5E5F00B456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Neurosynth</a:t>
            </a:r>
            <a:r>
              <a:rPr lang="en-US" dirty="0"/>
              <a:t> topics v5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2AEBE-8D14-327D-D450-1D402D3EA5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Visualizations</a:t>
            </a:r>
          </a:p>
          <a:p>
            <a:r>
              <a:rPr lang="en-US" dirty="0"/>
              <a:t>Tor Wager</a:t>
            </a:r>
          </a:p>
        </p:txBody>
      </p:sp>
    </p:spTree>
    <p:extLst>
      <p:ext uri="{BB962C8B-B14F-4D97-AF65-F5344CB8AC3E}">
        <p14:creationId xmlns:p14="http://schemas.microsoft.com/office/powerpoint/2010/main" val="2496591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89FD9-E04F-2D47-6ABA-2692DFD6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5F37D-2F93-2091-C71F-55D87D02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inference topics</a:t>
            </a:r>
          </a:p>
        </p:txBody>
      </p:sp>
      <p:pic>
        <p:nvPicPr>
          <p:cNvPr id="5" name="Picture 4" descr="A diagram of a clustering structure&#10;&#10;AI-generated content may be incorrect.">
            <a:extLst>
              <a:ext uri="{FF2B5EF4-FFF2-40B4-BE49-F238E27FC236}">
                <a16:creationId xmlns:a16="http://schemas.microsoft.com/office/drawing/2014/main" id="{DC72AAE2-7ED6-1B64-87DA-1C48B31F7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6" y="438973"/>
            <a:ext cx="11454707" cy="523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21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6748-DCF0-9DFE-CADF-38683729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inference topics</a:t>
            </a:r>
          </a:p>
        </p:txBody>
      </p:sp>
      <p:pic>
        <p:nvPicPr>
          <p:cNvPr id="5" name="Picture 4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5E1C9ABA-9307-76E9-A4F3-7EB6D002B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094" y="1458098"/>
            <a:ext cx="5456664" cy="5128054"/>
          </a:xfrm>
          <a:prstGeom prst="rect">
            <a:avLst/>
          </a:prstGeom>
        </p:spPr>
      </p:pic>
      <p:pic>
        <p:nvPicPr>
          <p:cNvPr id="7" name="Picture 6" descr="A red and black squares&#10;&#10;AI-generated content may be incorrect.">
            <a:extLst>
              <a:ext uri="{FF2B5EF4-FFF2-40B4-BE49-F238E27FC236}">
                <a16:creationId xmlns:a16="http://schemas.microsoft.com/office/drawing/2014/main" id="{9C78175B-2575-41A9-8381-A8A9DC77B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080" y="1519881"/>
            <a:ext cx="5385730" cy="489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54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6748-DCF0-9DFE-CADF-38683729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inference topics</a:t>
            </a:r>
          </a:p>
        </p:txBody>
      </p:sp>
      <p:pic>
        <p:nvPicPr>
          <p:cNvPr id="4" name="Picture 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30A28FA0-0EFF-1A7A-15E6-45C6F516A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622" y="1750131"/>
            <a:ext cx="5125076" cy="4601242"/>
          </a:xfrm>
          <a:prstGeom prst="rect">
            <a:avLst/>
          </a:prstGeom>
        </p:spPr>
      </p:pic>
      <p:pic>
        <p:nvPicPr>
          <p:cNvPr id="8" name="Picture 7" descr="A diagram of a network of information&#10;&#10;AI-generated content may be incorrect.">
            <a:extLst>
              <a:ext uri="{FF2B5EF4-FFF2-40B4-BE49-F238E27FC236}">
                <a16:creationId xmlns:a16="http://schemas.microsoft.com/office/drawing/2014/main" id="{6B8FD315-C7CF-F37F-4587-2D7F68A95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24" y="1555629"/>
            <a:ext cx="6418782" cy="473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48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2440-5754-E8E3-7D84-5755A157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7358B-F18D-13FA-81EE-D0238F1E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inference topics</a:t>
            </a:r>
          </a:p>
        </p:txBody>
      </p:sp>
      <p:pic>
        <p:nvPicPr>
          <p:cNvPr id="7" name="Picture 6" descr="A comparison of a model of disintegrating and disintegrating&#10;&#10;AI-generated content may be incorrect.">
            <a:extLst>
              <a:ext uri="{FF2B5EF4-FFF2-40B4-BE49-F238E27FC236}">
                <a16:creationId xmlns:a16="http://schemas.microsoft.com/office/drawing/2014/main" id="{B3ACC9D4-063C-3480-C52B-C62149018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19" y="1803567"/>
            <a:ext cx="7772400" cy="36889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3A4CE2-8FA7-3902-48A1-94070AE8DAB1}"/>
              </a:ext>
            </a:extLst>
          </p:cNvPr>
          <p:cNvSpPr txBox="1"/>
          <p:nvPr/>
        </p:nvSpPr>
        <p:spPr>
          <a:xfrm>
            <a:off x="3572540" y="5975498"/>
            <a:ext cx="2959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dims, 12 clusters chosen</a:t>
            </a:r>
          </a:p>
        </p:txBody>
      </p:sp>
    </p:spTree>
    <p:extLst>
      <p:ext uri="{BB962C8B-B14F-4D97-AF65-F5344CB8AC3E}">
        <p14:creationId xmlns:p14="http://schemas.microsoft.com/office/powerpoint/2010/main" val="563842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</Words>
  <Application>Microsoft Macintosh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Neurosynth topics v5</vt:lpstr>
      <vt:lpstr>Forward inference topics</vt:lpstr>
      <vt:lpstr>Forward inference topics</vt:lpstr>
      <vt:lpstr>Forward inference topics</vt:lpstr>
      <vt:lpstr>Forward inference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 D. Wager</dc:creator>
  <cp:lastModifiedBy>Tor D. Wager</cp:lastModifiedBy>
  <cp:revision>2</cp:revision>
  <dcterms:created xsi:type="dcterms:W3CDTF">2025-11-20T15:52:52Z</dcterms:created>
  <dcterms:modified xsi:type="dcterms:W3CDTF">2025-11-20T15:57:08Z</dcterms:modified>
</cp:coreProperties>
</file>